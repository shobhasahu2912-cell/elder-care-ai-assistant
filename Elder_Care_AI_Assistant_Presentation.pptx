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Elder Care AI Assistant</a:t>
            </a:r>
          </a:p>
          <a:p>
            <a:r>
              <a:t>Artificial Intelligence for Senior Citizen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Elderly care is becoming important in modern society</a:t>
            </a:r>
          </a:p>
          <a:p>
            <a:r>
              <a:t>• AI helps improve safety, health, and independence</a:t>
            </a:r>
          </a:p>
          <a:p>
            <a:r>
              <a:t>• Elder Care AI Assistants provide 24/7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Elder Care AI Assistant?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AI-based system for elderly support</a:t>
            </a:r>
          </a:p>
          <a:p>
            <a:r>
              <a:t>• Uses voice recognition, sensors, and machine learning</a:t>
            </a:r>
          </a:p>
          <a:p>
            <a:r>
              <a:t>• Helps in daily activities and healthcare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Medication reminders</a:t>
            </a:r>
          </a:p>
          <a:p>
            <a:r>
              <a:t>• Health monitoring</a:t>
            </a:r>
          </a:p>
          <a:p>
            <a:r>
              <a:t>• Emergency alerts</a:t>
            </a:r>
          </a:p>
          <a:p>
            <a:r>
              <a:t>• Voice interaction</a:t>
            </a:r>
          </a:p>
          <a:p>
            <a:r>
              <a:t>• Smart home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Tracks heart rate, BP, oxygen levels, sugar levels</a:t>
            </a:r>
          </a:p>
          <a:p>
            <a:r>
              <a:t>• Connected with wearable devices</a:t>
            </a:r>
          </a:p>
          <a:p>
            <a:r>
              <a:t>• Sends alerts during emergencies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Detects falls and accidents</a:t>
            </a:r>
          </a:p>
          <a:p>
            <a:r>
              <a:t>• Sends SOS alerts to caregivers</a:t>
            </a:r>
          </a:p>
          <a:p>
            <a:r>
              <a:t>• Can contact hospitals and family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loneliness</a:t>
            </a:r>
          </a:p>
          <a:p>
            <a:r>
              <a:t>• Provides friendly conversations</a:t>
            </a:r>
          </a:p>
          <a:p>
            <a:r>
              <a:t>• Plays music, stories, and reminders</a:t>
            </a:r>
          </a:p>
          <a:p>
            <a:r>
              <a:t>• Helps with video calling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 (AI)</a:t>
            </a:r>
          </a:p>
          <a:p>
            <a:r>
              <a:t>• Machine Learning (ML)</a:t>
            </a:r>
          </a:p>
          <a:p>
            <a:r>
              <a:t>• Internet of Things (IoT)</a:t>
            </a:r>
          </a:p>
          <a:p>
            <a:r>
              <a:t>• Cloud Computing</a:t>
            </a:r>
          </a:p>
          <a:p>
            <a:r>
              <a:t>• Voice 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quality of life</a:t>
            </a:r>
          </a:p>
          <a:p>
            <a:r>
              <a:t>• Increases independence</a:t>
            </a:r>
          </a:p>
          <a:p>
            <a:r>
              <a:t>• Provides 24/7 monitoring</a:t>
            </a:r>
          </a:p>
          <a:p>
            <a:r>
              <a:t>• Reduces caregiver workload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Privacy and security concerns</a:t>
            </a:r>
          </a:p>
          <a:p>
            <a:r>
              <a:t>• High cost of smart devices</a:t>
            </a:r>
          </a:p>
          <a:p>
            <a:r>
              <a:t>• Internet dependency</a:t>
            </a:r>
          </a:p>
          <a:p>
            <a:r>
              <a:t>• Cannot fully replace human 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robotic assistants</a:t>
            </a:r>
          </a:p>
          <a:p>
            <a:r>
              <a:t>• Predictive healthcare systems</a:t>
            </a:r>
          </a:p>
          <a:p>
            <a:r>
              <a:t>• Advanced smart homes</a:t>
            </a:r>
          </a:p>
          <a:p>
            <a:r>
              <a:t>• Personalized healthcare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Elder Care AI Assistants improve elderly safety and healthcare</a:t>
            </a:r>
          </a:p>
          <a:p>
            <a:r>
              <a:t>• AI and human care together create better support systems</a:t>
            </a:r>
          </a:p>
          <a:p>
            <a:r>
              <a:t>• Future technology will make elderly care smarter and easier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